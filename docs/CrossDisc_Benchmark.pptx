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CrossDisc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6D6"/>
                </a:solidFill>
                <a:latin typeface="Microsoft YaHei"/>
              </a:defRPr>
            </a:pPr>
            <a:r>
              <a:t>A Structured Benchmark for Cross-Disciplinary</a:t>
            </a:r>
            <a:br/>
            <a:r>
              <a:t>Hypothesis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Microsoft YaHei"/>
              </a:defRPr>
            </a:pPr>
            <a:r>
              <a:t>面向跨学科科学假设生成的结构化基准与评估框架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7315200" cy="127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AI for Science 基准的关键缺口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缺口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现状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我们的方案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评估深度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聚焦代码执行</a:t>
                      </a:r>
                    </a:p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(MLAgentBench, ScienceAgentBench)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评估跨学科推理</a:t>
                      </a:r>
                    </a:p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与假设合成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指标结构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文本相似度 / LLM 自评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图驱动指标</a:t>
                      </a:r>
                    </a:p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(bridging, path consistency)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评估客观性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缺少 Ground Truth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以真实文献的</a:t>
                      </a:r>
                    </a:p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跨学科路径为参照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现有 AI for Science 基准关注 LLM 能不能跑代码，但科学发现的核心能力是构想——提出有价值的假设。尤其在跨学科研究中，这种能力尤为关键。</a:t>
            </a:r>
            <a:br/>
            <a:r>
              <a:t>CrossDisc 是首个评估 LLM 跨学科假设生成能力的结构化基准。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CrossDisc Pipeline: 从论文到结构化假设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828800" cy="7315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论文输入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title</a:t>
            </a:r>
            <a:br/>
            <a:r>
              <a:t>abstract</a:t>
            </a:r>
            <a:br/>
            <a:r>
              <a:t>introduction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21408" y="1645920"/>
            <a:ext cx="274320" cy="18288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4600" y="1371600"/>
            <a:ext cx="18288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Stage 1</a:t>
            </a:r>
            <a:br/>
            <a:r>
              <a:t>学科分类与概念抽取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学科分类</a:t>
            </a:r>
            <a:br/>
            <a:r>
              <a:t>概念抽取</a:t>
            </a:r>
            <a:br/>
            <a:r>
              <a:t>跨学科关系抽取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61688" y="1645920"/>
            <a:ext cx="274320" cy="18288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1828800" cy="7315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Stage 2</a:t>
            </a:r>
            <a:br/>
            <a:r>
              <a:t>三级查询生成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L1: 宏观问题</a:t>
            </a:r>
            <a:br/>
            <a:r>
              <a:t>L2: 学科问题</a:t>
            </a:r>
            <a:br/>
            <a:r>
              <a:t>L3: 操作问题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01968" y="1645920"/>
            <a:ext cx="274320" cy="18288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95160" y="1371600"/>
            <a:ext cx="1828800" cy="7315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Stage 3</a:t>
            </a:r>
            <a:br/>
            <a:r>
              <a:t>三级假设生成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945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L1: 宏观假设</a:t>
            </a:r>
            <a:br/>
            <a:r>
              <a:t>L2: 学科假设</a:t>
            </a:r>
            <a:br/>
            <a:r>
              <a:t>L3: 深层假设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每条假设由 3-step 知识路径组成，实体锚定在真实科学概念上，步与步之间严格链式连接 (step₂.head == step₁.tail)。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创新 1: L1/L2/L3 三级假设 — 业界首次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视角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 (AlphaFold3)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L1 宏观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论文最大未解决问题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扩展扩散架构至动态构象预测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L2 学科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辅学科补充视角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融入量子力学性质改进酶-底物预测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L3 深层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具体概念桥接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蛋白质语言模型 + 小分子药效团联合嵌入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200400"/>
            <a:ext cx="8229600" cy="5486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对比: 所有 6 种外部 baseline 仅产生单层平坦假设列表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L1 识别宏观瓶颈，L2 从辅学科角度提供新思路，L3 深入到具体概念和机制的跨学科桥接。</a:t>
            </a:r>
            <a:br/>
            <a:r>
              <a:t>这种设计确保了从宽到深的完整覆盖。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创新 2: 3-Step 知识路径 — 可追溯的推理链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716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吸入毒物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Microsoft YaHei"/>
              </a:defRPr>
            </a:pPr>
            <a:r>
              <a:t>──引起──&gt;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164592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脂质分布变化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234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0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2"/>
                </a:solidFill>
                <a:latin typeface="Microsoft YaHei"/>
              </a:defRPr>
            </a:pPr>
            <a:r>
              <a:t>  tail = next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371600" cy="4114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脂质分布变化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A7"/>
                </a:solidFill>
                <a:latin typeface="Microsoft YaHei"/>
              </a:defRPr>
            </a:pPr>
            <a:r>
              <a:t>──需要──&gt;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828800"/>
            <a:ext cx="1645920" cy="4114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质谱成像技术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874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2"/>
                </a:solidFill>
                <a:latin typeface="Microsoft YaHei"/>
              </a:defRPr>
            </a:pPr>
            <a:r>
              <a:t>  tail = next 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37160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质谱成像技术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Microsoft YaHei"/>
              </a:defRPr>
            </a:pPr>
            <a:r>
              <a:t>──提供──&gt;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68880"/>
            <a:ext cx="164592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高分辨率检测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514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每步 head/tail 必须来自抽取的科学实体（概念词表）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严格链式约束: step₂.head == step₁.tail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每步附带科学主张 (claim)，推理过程完全可追溯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创新 3: P1-P5 消融框架 — 量化知识引导的边际贡献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560320"/>
            <a:ext cx="1463040" cy="36576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仅研究问题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240280"/>
            <a:ext cx="1463040" cy="685800"/>
          </a:xfrm>
          <a:prstGeom prst="roundRect">
            <a:avLst/>
          </a:prstGeom>
          <a:solidFill>
            <a:srgbClr val="3E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+ 学科角色 + 摘要 + L2 查询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1920240"/>
            <a:ext cx="146304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+ 抽取概念 + L3 查询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00201"/>
            <a:ext cx="1463040" cy="1325879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+ 跨学科关系 + 推理链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280161"/>
            <a:ext cx="1463040" cy="164591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完整结构化管线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P1→P4: LLM 评分呈清晰单调递增 (7.96→8.4→8.6→8.13)，跨学科性维度提升尤为显著 (7.5→8.0→9.0→8.33)。</a:t>
            </a:r>
            <a:br/>
            <a:r>
              <a:t>证明结构化知识引导对假设质量有显著提升效果。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实验设置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学科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Resolving multi-image spatial lipidomic...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生物学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A physics-informed Airy beam learning...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物理学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Covariant spatio-temporal receptive fields...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计算机科学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Non-equilibrium demixing of chiral...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化学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Cellulose-mediated ionic liquid crystal...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材料科学</a:t>
                      </a:r>
                    </a:p>
                  </a:txBody>
                  <a:tcPr anchor="ctr"/>
                </a:tc>
              </a:tr>
              <a:tr h="326574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AlphaFold 3: Accurate structure pred...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计算生物学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0058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对比方法: 6 外部 baseline + P1-P5 = 11 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外部 Baseline: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IdeaBench, VanillaLLM, AI-Scientist,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SciMON, MOOSE-Chem, SciAgents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评估: ROUGE + LLM-Judge(5维) + 结构化指标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总调用: 6 x 11 = 66 次，全部成功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LLM-as-Judge 多维度评分 (1-10 分)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41247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/>
                <a:gridCol w="1201782"/>
                <a:gridCol w="1201782"/>
                <a:gridCol w="1201782"/>
                <a:gridCol w="1201782"/>
                <a:gridCol w="1201782"/>
                <a:gridCol w="1201782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Novel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Specif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Feasib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Relev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Cross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SciAgents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8.43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AI-Scientist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MOOSE-Chem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8.2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6.67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VanillaLLM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8.1</a:t>
                      </a:r>
                    </a:p>
                  </a:txBody>
                  <a:tcPr anchor="ctr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6.83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8.83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7.96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IdeaBench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8.17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7.73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Microsoft YaHei"/>
              </a:defRPr>
            </a:pPr>
            <a:r>
              <a:t>P3 在 Relevance (10.0) 和 Cross-disciplinarity (9.0) 上取得最高分；P2/P3 均值超越最强 baseline SciAgents。</a:t>
            </a:r>
            <a:br/>
            <a:r>
              <a:t>跨学科性维度 P1→P3: 7.5 → 8.0 → 9.0，验证概念注入的直接贡献。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ROUGE 评分: 假设与原文摘要的语义对齐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667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ROUGE-1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ROUGE-2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ROUGE-L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0.4224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0.1522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0.1878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0.4091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0.1308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0.1948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VanillaLLM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0.3403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0.1489</a:t>
                      </a:r>
                    </a:p>
                  </a:txBody>
                  <a:tcPr anchor="ctr"/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IdeaBench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0.3317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0.0700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0.1524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MOOSE-Chem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0.3043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0.1303</a:t>
                      </a:r>
                    </a:p>
                  </a:txBody>
                  <a:tcPr anchor="ctr"/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0.2909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0.0729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0.1344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AI-Scientist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0.1207</a:t>
                      </a:r>
                    </a:p>
                  </a:txBody>
                  <a:tcPr anchor="ctr"/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SciMON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0.2706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0.0394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0.1148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SciAgents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0.2104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0.0937</a:t>
                      </a:r>
                    </a:p>
                  </a:txBody>
                  <a:tcPr anchor="ctr"/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0.1937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0.0176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0.0980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0.0096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17920" y="10972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P2/P3 的 ROUGE-1 领先</a:t>
            </a:r>
            <a:br/>
            <a:r>
              <a:t>最强 baseline (VanillaLLM)</a:t>
            </a:r>
            <a:br/>
            <a:r>
              <a:t>超过 24%</a:t>
            </a:r>
            <a:br/>
            <a:br/>
            <a:r>
              <a:t>P4 的 ROUGE 略低于 P3，</a:t>
            </a:r>
            <a:br/>
            <a:r>
              <a:t>因为 P4 引入了更多创新性</a:t>
            </a:r>
            <a:br/>
            <a:r>
              <a:t>跨学科连接，降低了与原</a:t>
            </a:r>
            <a:br/>
            <a:r>
              <a:t>文的直接重叠 —— 恰恰</a:t>
            </a:r>
            <a:br/>
            <a:r>
              <a:t>体现了更高的新颖性。</a:t>
            </a:r>
            <a:br/>
            <a:br/>
            <a:r>
              <a:t>P5 为结构化路径输出，</a:t>
            </a:r>
            <a:br/>
            <a:r>
              <a:t>非自由文本，ROUGE 不</a:t>
            </a:r>
            <a:br/>
            <a:r>
              <a:t>适用于衡量。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案例对比: 脂质组学论文 — IdeaBench vs P4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4023360" cy="457200"/>
          </a:xfrm>
          <a:prstGeom prst="round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IdeaBench（典型 baseline）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"Sex-specific differences in lipid</a:t>
            </a:r>
            <a:br/>
            <a:r>
              <a:t>saturation patterns may underlie</a:t>
            </a:r>
            <a:br/>
            <a:r>
              <a:t>divergent susceptibility to asthma..."</a:t>
            </a:r>
            <a:br/>
            <a:br/>
            <a:r>
              <a:t>  - 单一段落</a:t>
            </a:r>
            <a:br/>
            <a:r>
              <a:t>  - 未桥接具体学科</a:t>
            </a:r>
            <a:br/>
            <a:r>
              <a:t>  - 无推理链</a:t>
            </a:r>
            <a:br/>
            <a:r>
              <a:t>  - 无定量预测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05840"/>
            <a:ext cx="4297680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P4（CrossDisc）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544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L1: 脂质饱和度梯度空间模式作为</a:t>
            </a:r>
            <a:br/>
            <a:r>
              <a:t>     生物物理缓冲... (推理链: 前提→机制→预测)</a:t>
            </a:r>
            <a:br/>
            <a:br/>
            <a:r>
              <a:t>L2-Q1: 脂质分布分形维数预测哮喘易感性</a:t>
            </a:r>
            <a:br/>
            <a:r>
              <a:t>     桥接: 生物物理学 &lt;-&gt; 生物化学</a:t>
            </a:r>
            <a:br/>
            <a:br/>
            <a:r>
              <a:t>L2-Q2: 细胞色素P450环氧合酶空间协调</a:t>
            </a:r>
            <a:br/>
            <a:r>
              <a:t>     桥接: 生物化学 &lt;-&gt; 空间生物学</a:t>
            </a:r>
            <a:br/>
            <a:br/>
            <a:r>
              <a:t>L3-Q1: 图神经网络 + 质谱成像</a:t>
            </a:r>
            <a:br/>
            <a:r>
              <a:t>     桥接: 机器学习 &lt;-&gt; 系统生物学</a:t>
            </a:r>
            <a:br/>
            <a:br/>
            <a:r>
              <a:t>L3-Q2: 氘标记脂质探针, "&gt;50% 加速更新"</a:t>
            </a:r>
            <a:br/>
            <a:r>
              <a:t>     定量预测 + 可验证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P5: 结构化可追溯性 — 另一种贡献维度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P5 输出示例 (AlphaFold3):</a:t>
            </a:r>
            <a:br/>
            <a:br/>
            <a:r>
              <a:t>L1 路径 1:</a:t>
            </a:r>
            <a:br/>
            <a:r>
              <a:t>  [AlphaFold3] ──预测──&gt; [深度学习框架]</a:t>
            </a:r>
            <a:br/>
            <a:r>
              <a:t>  [深度学习框架] ──需要──&gt; [蛋白质化学性质]</a:t>
            </a:r>
            <a:br/>
            <a:r>
              <a:t>  [蛋白质化学性质] ──来自──&gt; [修饰残基信息]</a:t>
            </a:r>
            <a:br/>
            <a:br/>
            <a:r>
              <a:t>  总结: 计算生物学需要生物化学提供修饰残基</a:t>
            </a:r>
            <a:br/>
            <a:r>
              <a:t>  信息来完善预测模型。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18872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P5 独有指标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P5 得分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其他方法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层级覆盖率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链式连贯性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实体关联率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474720"/>
            <a:ext cx="8229600" cy="64008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A502"/>
                </a:solidFill>
                <a:latin typeface="Microsoft YaHei"/>
              </a:defRPr>
            </a:pPr>
            <a:r>
              <a:t>P5 的价值不在于更好的假设文本，而在于提供可解释、可追溯、可评估的假设表示形式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超越 ROUGE: 图驱动评估体系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客观图指标（无需 LLM）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Bridging Score: Rao-Stirling 多样性 + 嵌入距离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Path Consistency: 关系感知 P/R/F1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Chain Coherence: 逐跳语义连贯性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Info-Theoretic Novelty: 基于 surprisal 的新颖度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Atypical Combination Index: 组合非常规程度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LLM 多维度评估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创新性 / 可行性 / 科学性 (各 0-10)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可检验性: 具体性 + 可测量性 + 可证伪性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GT 概念覆盖: P / R / F1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GT 关系精确度 + 证据覆盖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结构多样性 (Torrance 框架)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200400"/>
          <a:ext cx="8412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评估方法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文本维度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主观维度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图结构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GT 参照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IdeaBench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ROUGE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通用 LLM-Judge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LLM 评分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CrossDisc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ROUGE+BLEU+BERTScore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LLM 5 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 类图指标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证据驱动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CrossDisc 的五大贡献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572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首个跨学科假设生成基准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评估 LLM 跨学科科学推理能力，而非代码执行能力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457200" cy="45720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层级化假设结构 (L1/L2/L3)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三级假设 + 3-step 知识路径，业界首次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4572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P1-P5 消融实验框架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五级 prompt 梯度，量化结构化知识引导的边际贡献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457200" cy="457200"/>
          </a:xfrm>
          <a:prstGeom prst="round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图驱动评估体系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超越文本相似度，基于知识图谱拓扑的客观评估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457200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全面实验验证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icrosoft YaHei"/>
              </a:defRPr>
            </a:pPr>
            <a:r>
              <a:t>6 篇论文 x 11 种方法，P2/P3 多维度超越 SOTA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CrossDisc 是首个评估 LLM 跨学科科学假设生成能力的结构化基准。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" cy="3657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扩展数据集规模: Nature Communications 100 篇论文全量测试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5760" cy="36576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引入人类专家评估: 与 LLM 评估交叉验证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65760" cy="365760"/>
          </a:xfrm>
          <a:prstGeom prst="round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动态知识图谱: 融入时间维度的学科演化路径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多模型对比: GPT-4, Claude, Gemini 等不同 LLM 能力评估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附录: P1-P5 消融实验质量对比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229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P4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P5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跨学科深度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多层级覆盖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2级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3级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推理透明度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具体性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不稳定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中低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可验证性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不稳定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实体关联度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LLM Judge 完整评分表 (含 P5)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82295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Novel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Specif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Feasib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Relev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Cross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8.6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SciAgents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8.43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AI-Scientist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7.95</a:t>
                      </a:r>
                    </a:p>
                  </a:txBody>
                  <a:tcPr anchor="ctr"/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IdeaBench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8.17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7.17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7.83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icrosoft YaHei"/>
                        </a:defRPr>
                      </a:pPr>
                      <a:r>
                        <a:t>7.73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