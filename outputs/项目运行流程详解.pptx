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跨学科知识抽取与基准评测系统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AADD"/>
                </a:solidFill>
                <a:latin typeface="微软雅黑"/>
              </a:defRPr>
            </a:pPr>
            <a:r>
              <a:t>Cross-Disciplinary Knowledge Extraction &amp;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微软雅黑"/>
              </a:defRPr>
            </a:pPr>
            <a:r>
              <a:t>项目运行流程与输入输出详解  ·  v0.2.0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一、项目概述与核心能力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二、端到端运行总览（6 阶段流程图）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三、Phase 0：数据准备（输入格式与 CLI 命令）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四、Phase 1：学科分类（MSC 层级分类体系）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五、Phase 2：多学科过滤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六、Phase 3：三阶段知识抽取（核心）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    Stage 1a/1b：概念抽取 + 关系抽取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    Stage 2：查询生成（三级层次化）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    Stage 3：假设生成（L1/L2/L3 链式推理）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七、Phase 4：图谱构建与指标计算（15+ 指标）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八、Phase 5：Ground Truth 构建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九、Phase 6：基准评测（多维度评分）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微软雅黑"/>
              </a:defRPr>
            </a:pPr>
            <a:r>
              <a:t>• 十、CLI 命令参考与配置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一、项目概述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微软雅黑"/>
              </a:defRPr>
            </a:pPr>
            <a:r>
              <a:t>基于多阶段大语言模型（LLM）Pipeline 的跨学科知识抽取与基准评测系统，从学术论文中自动抽取跨学科概念、关系，生成科学假设，并通过多维度指标进行评估。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学科分类：基于 MSC 层级分类体系，自动识别论文的主学科与辅学科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概念抽取：从论文标题、摘要、引言中抽取专业术语，按学科分组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关系抽取：识别跨学科概念间的语义关系（11 种标准关系类型）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查询生成：生成三级层次化查询（宏观 → 学科维度 → 细粒度）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假设生成：生成三级知识路径（每条路径 3 步链式推理）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知识图谱：基于 NetworkX 构建概念图谱并计算 15+ 图谱指标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/>
              </a:defRPr>
            </a:pPr>
            <a:r>
              <a:t>• 基准评测：LLM-as-Judge 主观评分 + 客观图谱指标的多维度评估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LLM 调用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OpenAI 兼容 API (qwen3-235b-a22b)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概念/关系/假设抽取 + 评估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Pydantic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严格 JSON Schema 验证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图谱构建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NetworkX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概念图谱 + 拓扑指标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重试机制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tenacity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指数退避重试（最多 5 次）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分类器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LangChain + OpenAI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层级学科分类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PDF 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pdfminer / pdfplumber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论文引言提取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语义相似度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sentence-transformers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嵌入桥接 + 链式连贯性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配置管理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PyYAML + frozen dataclass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线程安全配置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二、端到端运行总览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crossdisc-pipeline full -i papers.jsonl -o results.jsonl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0: 数据准备 (输入论文 JSONL)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1: 学科分类 (classifier/) → 主学科 + 辅学科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2: 多学科过滤 → 仅保留跨学科论文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3: 三阶段知识抽取 (extractor_multi_stage.py)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├─ Stage 1a: 概念抽取 (LLM Round 1 + Round 2 补充)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├─ Stage 1b: 关系抽取 (11 种标准关系类型)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├─ Stage 2:  查询生成 (三级层次化)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└─ Stage 3:  假设生成 (L1/L2/L3 链式推理)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4: 图谱构建 + 指标计算 (graph_builder.py) → 15+ 指标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5: Ground Truth 构建 (gt_builder.py)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Phase 6: 基准评测 (evaluate_benchmark.py) → 多维度评分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LLM 调用次数统计（单篇论文）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41148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LLM 调用次数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Phase 1 分类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2-4 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每层分类体系一次（通常 2-3 层）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1a 概念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Round 1 + Round 2 补充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1b 关系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 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基于概念列表抽取关系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2 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生成三级查询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3 假设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 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+ L2 + L3 各一次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~9-11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单篇论文的完整处理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三、Phase 0：数据准备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CLI 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300">
                <a:solidFill>
                  <a:srgbClr val="2D2D2D"/>
                </a:solidFill>
                <a:latin typeface="Consolas"/>
              </a:defRPr>
            </a:pPr>
            <a:r>
              <a:t>crossdisc-pipeline full -i papers.jsonl -o results.jsonl --config configs/default.yaml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输入格式（JSONL，每行一篇论文）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"title": "Refining centromedian nucleus stimulation for generalized epilepsy...",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"abstract": "Epilepsy affects 65 million people worldwide...",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"pdf_url": "https://www.nature.com/articles/s41467-025-60183-9.pdf"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支持格式与字段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支持 .json / .jsonl / .csv 三种格式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字段名兼容中英文变体（标题/title、摘要/abstract）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必需字段：title、abstract | 可选字段：pdf_url、primary、secondary_list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四、Phase 1：学科分类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分类流程（逐层遍历 MSC 分类体系）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Level 0：从顶层学科中选择（数学、物理学、临床医学、基础医学...）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Level 1：在选中的 L0 学科下选择子类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Level 2：继续细分（如有更深层级）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每层 LLM 调用：构建 Prompt → 解析方括号列表输出 → 校验选项合法性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多学科判定：len(partial_paths) &gt; 1 时标记为跨学科论文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输入 → 输出示例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输入: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{"title": "Refining centromedian...",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"abstract": "Epilepsy affects..."}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108960"/>
            <a:ext cx="530352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LLM (Level 0):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Prompt: "请从以下学科中选择..."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输出: "[临床医学, 基础医学, 工程与技术科学基础学科]"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206240"/>
            <a:ext cx="530352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输出: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"primary": "临床医学",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"secondary_list": [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"基础医学",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"工程与技术科学基础学科"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"is_multidisciplinary": true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五、Phase 2：多学科过滤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微软雅黑"/>
              </a:defRPr>
            </a:pPr>
            <a:r>
              <a:t>• 检查分类结果中 secondary_list 是否非空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微软雅黑"/>
              </a:defRPr>
            </a:pPr>
            <a:r>
              <a:t>• 仅保留跨学科论文（secondary_list 非空）进入后续抽取阶段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微软雅黑"/>
              </a:defRPr>
            </a:pPr>
            <a:r>
              <a:t>• 单学科论文被过滤掉，不进入知识抽取流程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微软雅黑"/>
              </a:defRPr>
            </a:pPr>
            <a:r>
              <a:t>• 过滤目的：只有涉及多个学科的论文才具备跨学科知识桥接的分析价值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114800"/>
            <a:ext cx="82296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# pipeline.py 中 full 子命令逻辑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multi_papers = [p for p in classified_papers if p["secondary_list"]]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print(f"共 {len(classified_papers)} 篇论文，其中 {len(multi_papers)} 篇为跨学科论文")</a:t>
            </a:r>
          </a:p>
          <a:p>
            <a:pPr>
              <a:spcAft>
                <a:spcPts val="200"/>
              </a:spcAft>
              <a:defRPr sz="1400">
                <a:solidFill>
                  <a:srgbClr val="2D2D2D"/>
                </a:solidFill>
                <a:latin typeface="Consolas"/>
              </a:defRPr>
            </a:pPr>
            <a:r>
              <a:t># 仅 multi_papers 进入 Phase 3 抽取阶段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六、Phase 3 — Stage 1a：概念抽取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调用链：build_concepts_messages() → LLM → parse_concepts_output()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输入变量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0292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title = "Refining centromedian..."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abstract = "Epilepsy affects 65 million..."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introduction = "[从 PDF 提取的引言]"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primary = "临床医学"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secondary_list = "基础医学, 工程与技术科学基础学科"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94560"/>
            <a:ext cx="53035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"meta": {"title": "...", "primary": "临床医学",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"secondary_list": ["基础医学", "工程与技术科学基础学科"]},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"概念": 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"主学科": [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{"term": "癫痫", "normalized": "Epilepsy",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"evidence": "Epilepsy affects 65 million...",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"source": "abstract", "confidence": 1.0},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{"term": "脑深部刺激", "normalized": "Deep brain stimulation",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"confidence": 1.0}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"辅学科": 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"基础医学": [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{"term": "神经学", "normalized": "Neurology", "confidence": 0.9},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{"term": "电生理学", "normalized": "Electrophysiology", "confidence": 1.0}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],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"工程与技术科学基础学科": [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{"term": "信号处理", "normalized": "Signal processing", "confidence": 0.8}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]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Round 2 补充抽取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将 Round 1 概念列表传入 LLM，要求补充遗漏术语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通过 _merge_concepts() 去重合并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通过 _ground_and_filter_concepts() 过滤学科名/通用词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Phase 3 — Stage 1b：关系抽取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调用链：build_relations_messages() → LLM → parse_relations_output()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943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"跨学科关系": [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"head": "Deep brain stimulation",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"relation": "offers a promising alternative treatment for",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"relation_type": "method_applied_to",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"tail": "Epilepsy",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"direction": "-&gt;",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"assumptions": ["Drug-resistant epilepsy is present"],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"evidence": "Centromedian nucleus neurostimulation offers...",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"confidence": 0.9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"head": "Electrophysiology",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"relation": "guides the optimization of",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"relation_type": "improves_metric",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"tail": "Deep brain stimulation",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"confidence": 0.9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11 种标准关系类型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945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method_applied_to（方法应用于）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maps_to（映射到）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constrains（约束）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improves_metric（改善指标）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corresponds_to（对应于）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inferred_from（推断自）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assumes（假设）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extends（扩展）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generalizes（泛化）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driven_by（驱动于）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depends_on（依赖于）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Phase 3 — Stage 2：查询生成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调用链：build_query_messages() → LLM → parse_query_output()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"按辅助学科分类":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"基础医学":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"概念": ["神经学", "神经生理学", "神经解剖学", "电生理学", "神经回路"],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"关系": [0, 1, 2, 3, 4, 5],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"rationale": "基础医学提供神经机制、结构和电生理基础"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"工程与技术科学基础学科":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"概念": ["影像引导技术", "信号处理", "神经工程"],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"rationale": "工程学科支撑高精度定位与信号分析"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"查询":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"一级": "如何通过多学科技术优化脑深部刺激治疗癫痫？",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"二级": ["结合基础医学中的神经生理学与神经解剖学",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    "利用工程科学的影像引导与信号处理技术"],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"三级": ["如何协同运用神经解剖学、信号处理实现精准靶向",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    "通过多模态成像引导验证脑深部刺激的机制与效果"]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查询层级含义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2286000"/>
          <a:ext cx="3931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一级 L1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宏观/论文级核心问题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二级 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按辅学科维度拆分的子问题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三级 L3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具体操作/方法的细粒度问题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Phase 3 — Stage 3：假设生成（L1/L2/L3）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分三次独立调用 LLM，分别生成 L1（宏观）、L2（学科维度）、L3（细粒度）假设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L1 输出示例（宏观假设 — 每条路径 3 步链式推理）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5156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"假设": {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"一级": [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[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{"step": 1, "head": "脑深部刺激", "relation": "应用于", "tail": "癫痫治疗",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 "claim": "脑深部刺激是治疗药物难治性癫痫的一种有前景的方法。"},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{"step": 2, "head": "癫痫治疗", "relation": "面临", "tail": "作用机制不明确",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 "claim": "当前脑深部刺激治疗癫痫的神经调控机制尚不完全清楚。"},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{"step": 3, "head": "作用机制不明确", "relation": "需要", "tail": "基础医学补位",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 "claim": "需要基础医学通过神经生理学和神经解剖学揭示调控机制。"}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  ]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  "一级总结": ["脑深部刺激治疗癫痫需要基础医学揭示调控机制以优化刺激靶点"]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关键约束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每条路径严格 3 步：step[i].tail == step[i+1].head（相似度 ≥ 0.75）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head/tail 必须来自已抽取的概念列表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微软雅黑"/>
              </a:defRPr>
            </a:pPr>
            <a:r>
              <a:t>• 最后一步的 claim 必须非空，且为完整可验证的假设陈述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七、Phase 4：图谱构建与指标计算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入口：graph_builder.py → build_graph_and_metrics()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构建流程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添加节点：从 Stage 1 概念中提取所有术语作为图节点，标记学科归属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添加结构边：从 Stage 1 关系中提取 head→tail 作为图边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添加假设边：从 Stage 3 每个 HypothesisStep 的 head→tail 作为图边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微软雅黑"/>
              </a:defRPr>
            </a:pPr>
            <a:r>
              <a:t>• 计算指标：15+ 维度的图谱质量指标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"graph": 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"nodes": [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{"id": "癫痫", "discipline": "临床医学"},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{"id": "电生理学", "discipline": "基础医学"},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{"id": "信号处理", "discipline": "工程与技术科学基础学科"}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"edges": [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{"source": "脑深部刺激", "target": "癫痫", "relation": "method_applied_to"}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15+ 指标一览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19456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path_consistency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假设路径与原文关系的一致程度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假设路径对抽取概念的覆盖广度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bridging_score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跨学科知识桥接程度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rao_stirling_diversity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学科多样性/均衡性/差异性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embedding_bridging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首尾概念的语义距离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chain_coherence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推理链条的逻辑连贯程度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kg_density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知识图谱的连接密度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kg_modularity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图谱的社区结构清晰度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kg_betweenness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关键桥接节点的重要性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kg_clustering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局部连接的紧密程度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atypical_combination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概念组合的新颖性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八、Phase 5：Ground Truth 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入口：benchmark/gt_builder.py → build_ground_truth()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三阶段构建流程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276"/>
                </a:solidFill>
                <a:latin typeface="微软雅黑"/>
              </a:defRPr>
            </a:pPr>
            <a:r>
              <a:t>Stage A — 术语抽取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优先级：已解析概念 &gt; LLM 抽取 &gt; 启发式抽取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启发式：缩写词、科学短语、首字母大写短语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与 MSC 术语库相似度对齐（阈值 0.70）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276"/>
                </a:solidFill>
                <a:latin typeface="微软雅黑"/>
              </a:defRPr>
            </a:pPr>
            <a:r>
              <a:t>Stage B — 关系构建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原文分句 → 术语共现对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LLM 或启发式分类关系类型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每条关系携带原文证据句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276"/>
                </a:solidFill>
                <a:latin typeface="微软雅黑"/>
              </a:defRPr>
            </a:pPr>
            <a:r>
              <a:t>Stage C — 路径构建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NetworkX 建有向图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nx.all_simple_paths() 寻路（最长 4 跳）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• 优先选择跨越多学科的路径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"id": "Refining centromedian nucleus stimulation...",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"input": {"title": "...", "primary_discipline": "临床医学",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"secondary_disciplines": ["基础医学", "工程与技术科学基础学科"]},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"ground_truth": {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"terms": [{"term": "Neurological Surgery", "source": "heuristic", "confidence": 0.4}, ...],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"relations": [{"head": "neural engineering", "tail": "electrophysiology", "relation_type": "depends_on",...}],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"paths": [...], "concept_graph": {"nodes": [...], "edges": [...]}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九、Phase 6：基准评测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入口：benchmark/evaluate_benchmark.py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评测维度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9144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评测维度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LLM-as-Judge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假设的新颖程度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LLM-as-Judge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实验可行性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Scientificity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LLM-as-Judge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科学严谨性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链式一致性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逻辑一致性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Bridging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概念距离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跨学科桥接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Rao-Stirling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多样性公式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学科多样性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Chain Coherence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SBERT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语义连贯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Atypical Comb.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连续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组合新颖性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KG Topology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图论指标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连续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图谱拓扑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Concept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GT 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术语覆盖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Path Alignment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嵌入相似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0-1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路径对齐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输出示例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4747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"id": "-33484234247962345",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"scores": {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"L1_innovation": 7.35,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"L1_feasibility": 7.80,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"L1_scientificity": 8.70,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"L1_consistency": 1.0,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"L1_bridging": 1.0,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"L2_innovation": 7.40,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"L2_feasibility": 7.25,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"L2_scientificity": 6.45,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"L2_consistency": 0.5,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"L2_bridging": 1.0,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"L3_innovation": 8.05,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"L3_feasibility": 5.25,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"L3_scientificity": 6.70,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"L3_consistency": 0.0,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"L3_bridging": 1.0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十、CLI 命令参考与配置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方式一：端到端 Pipeline（推荐）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# 完整流水线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crossdisc-pipeline full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-i papers.jsonl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-o results.jsonl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--config configs/default.yaml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# 仅分类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crossdisc-pipeline classify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-i papers.jsonl -o classified.jsonl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# 仅抽取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crossdisc-pipeline extract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-i classified.jsonl -o results.jsonl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方式二：独立三阶段抽取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50292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python run.py batch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--input data.jsonl --output out.jsonl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--num-workers 4 --resume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python run.py single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--title "..." --abstract "..." \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  --primary "临床医学" --secondary "基础医学,..."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关键配置参数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82880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language_mode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chinese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chinese | original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temperature_struct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1 温度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temperature_query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2 温度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temperature_hyp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3 温度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可复现性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num_workers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并行数（1=串行）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resume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断点续传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max_tokens_struct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1 max token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max_tokens_hyp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Stage 3 max token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最终输出数据结构（Extraction）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5156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"meta": {title, primary, secondary_list},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"概念":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"主学科": [ConceptEntry...],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"辅学科": {"学科名": [ConceptEntry...]}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"跨学科关系": [RelationEntry...],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"按辅助学科分类":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"学科名":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  "概念": [...],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  "关系": [...],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  "rationale": "..."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"查询":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"一级": str,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"二级": [str],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"三级": [str]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"假设": {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"一级": [[Step,Step,Step]...],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"一级总结": [str...],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  "二级/三级": ...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"graph": {"nodes": [...], "edges": [...]},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  "metrics": {15+ 指标}</a:t>
            </a:r>
          </a:p>
          <a:p>
            <a:pPr>
              <a:spcAft>
                <a:spcPts val="200"/>
              </a:spcAft>
              <a:defRPr sz="12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276"/>
                </a:solidFill>
                <a:latin typeface="微软雅黑"/>
              </a:defRPr>
            </a:pPr>
            <a:r>
              <a:t>数据模型层级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Extraction（完整抽取结果）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meta: {title, primary, secondary_list}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概念 (Concepts)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└── ConceptEntry: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    {term, normalized, std_label,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     evidence, source, confidence}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跨学科关系: RelationEntry[]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└── RelationEntry: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    {head, tail, relation,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     relation_type, evidence, confidence}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查询 (Query3Levels): L1/L2/L3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假设 (Hypothesis3Levels)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└── HypothesisStep: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│       {step, head, relation, tail, claim}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├── graph (ConceptGraph): nodes + edges</a:t>
            </a:r>
          </a:p>
          <a:p>
            <a:pPr>
              <a:spcAft>
                <a:spcPts val="200"/>
              </a:spcAft>
              <a:defRPr sz="1100">
                <a:solidFill>
                  <a:srgbClr val="2D2D2D"/>
                </a:solidFill>
                <a:latin typeface="Consolas"/>
              </a:defRPr>
            </a:pPr>
            <a:r>
              <a:t>└── metrics (GraphMetrics): 15+ 指标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DD"/>
                </a:solidFill>
                <a:latin typeface="微软雅黑"/>
              </a:defRPr>
            </a:pPr>
            <a:r>
              <a:t>Cross-Disciplinary Knowledge Extraction &amp; Benchmarking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