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CrossDisc-Bench Pipeline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EE"/>
                </a:solidFill>
                <a:latin typeface="微软雅黑"/>
              </a:defRPr>
            </a:pPr>
            <a:r>
              <a:t>跨学科假设生成基准测试 — 全流程实例展示 (v6)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软雅黑"/>
              </a:defRPr>
            </a:pPr>
            <a:r>
              <a:t>Nature Communications | 44 Papers | 39 GT Entries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1. Pipeline Overview (流程总览)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Stage 1: 学科分类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微软雅黑"/>
              </a:defRPr>
            </a:pPr>
            <a:r>
              <a:t>论文→主/副学科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5603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1371600"/>
            <a:ext cx="256032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Stage 2a: 概念抽取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874519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微软雅黑"/>
              </a:defRPr>
            </a:pPr>
            <a:r>
              <a:t>论文→多学科概念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25603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256032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Stage 2b: 关系抽取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微软雅黑"/>
              </a:defRPr>
            </a:pPr>
            <a:r>
              <a:t>概念→学科间关系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1371600"/>
            <a:ext cx="256032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Stage 2c: 查询生成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874519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微软雅黑"/>
              </a:defRPr>
            </a:pPr>
            <a:r>
              <a:t>概念+关系→L1/L2/L3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25603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256032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Stage 2d: 假设路径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微软雅黑"/>
              </a:defRPr>
            </a:pPr>
            <a:r>
              <a:t>查询+KG→假设路径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931920"/>
            <a:ext cx="25603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931920"/>
            <a:ext cx="256032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Stage 3: GT 构建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43484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微软雅黑"/>
              </a:defRPr>
            </a:pPr>
            <a:r>
              <a:t>抽取结果→Ground Truth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931920"/>
            <a:ext cx="25603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931920"/>
            <a:ext cx="256032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Stage 4: P1-P5 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3484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微软雅黑"/>
              </a:defRPr>
            </a:pPr>
            <a:r>
              <a:t>提示模板→多维度评分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2. 示例论文 (Example Paper)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INPUT: 论文信息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微软雅黑"/>
              </a:defRPr>
            </a:pPr>
            <a:r>
              <a:t>Title: High-entropy alloy enables multi-path electron synergism and lattice oxygen activation for enhanced oxygen evolution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Abstract: Electrocatalytic oxygen evolution reaction (OER) is key to several energy technologies but suffers from low activity. Leveraging the lattice oxygen activation mechanism (LOM) is a strategy for boosting its activity. However, this approach faces significant thermodynamic challenges, requiring high-valent oxidation of metal ions without compromising their stability. We reveal that high-entropy alloy...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276"/>
                </a:solidFill>
                <a:latin typeface="微软雅黑"/>
              </a:defRPr>
            </a:pPr>
            <a:r>
              <a:t>Primary: 化学  |  Secondary: 化学, 材料科学, 动力与电气工程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3. Stage 1: 学科分类 (Discipline Classification)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4754880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475488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480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微软雅黑"/>
              </a:defRPr>
            </a:pPr>
            <a:r>
              <a:t>Title: High-entropy alloy enables multi-path electron synergism and...</a:t>
            </a:r>
            <a:br/>
            <a:r>
              <a:t>Abstract: Electrocatalytic oxygen evolution reaction (OER) is key to several energy technologies but suffers f...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5029200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029200" cy="411480"/>
          </a:xfrm>
          <a:prstGeom prst="rect">
            <a:avLst/>
          </a:prstGeom>
          <a:solidFill>
            <a:srgbClr val="0D9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874519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微软雅黑"/>
              </a:defRPr>
            </a:pPr>
            <a:r>
              <a:t>主学科: 化学</a:t>
            </a:r>
            <a:br/>
            <a:r>
              <a:t>副学科: 化学, 材料科学, 动力与电气工程</a:t>
            </a:r>
            <a:br/>
            <a:r>
              <a:t>→ 识别为跨学科论文，涉及 3 个领域</a:t>
            </a:r>
          </a:p>
        </p:txBody>
      </p:sp>
      <p:sp>
        <p:nvSpPr>
          <p:cNvPr id="10" name="Can 9"/>
          <p:cNvSpPr/>
          <p:nvPr/>
        </p:nvSpPr>
        <p:spPr>
          <a:xfrm>
            <a:off x="5577840" y="2286000"/>
            <a:ext cx="274320" cy="274320"/>
          </a:xfrm>
          <a:prstGeom prst="can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4. Stage 2a: 概念抽取 (Concept Extraction)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276"/>
                </a:solidFill>
                <a:latin typeface="微软雅黑"/>
              </a:defRPr>
            </a:pPr>
            <a:r>
              <a:t>共抽取 0 个概念，覆盖 0 个学科领域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Discipline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5. Stage 2b: 关系抽取 (Relation Extraction)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276"/>
                </a:solidFill>
                <a:latin typeface="微软雅黑"/>
              </a:defRPr>
            </a:pPr>
            <a:r>
              <a:t>共抽取 0 条关系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200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Head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Relation Type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Tail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Conf.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6. Stage 2c: 查询生成 (Query Generation)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L1 宏观查询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10515600" cy="411480"/>
          </a:xfrm>
          <a:prstGeom prst="rect">
            <a:avLst/>
          </a:prstGeom>
          <a:solidFill>
            <a:srgbClr val="0D9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L2 中观查询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10515600" cy="4114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L3 微观查询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7. Stage 2d: 假设路径生成 (Hypothesis Paths)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276"/>
                </a:solidFill>
                <a:latin typeface="微软雅黑"/>
              </a:defRPr>
            </a:pPr>
            <a:r>
              <a:t>共生成 0 条假设路径 (L1: 0, L2: 0, L3: 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8. 知识图谱构建与指标 (KG Construction &amp; Metrics)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处理论文数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平均概念/篇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平均关系/篇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总关系数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0" y="137160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Bridging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Coherence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Feasibility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0.788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6.4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深度分析 (Depth Analysis)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7548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L2 Concept Exp.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L3 Concept Exp.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L2 Anchoring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L3 Anchoring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Depth Quality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0.625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0.5455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0.2361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9. Benchmark GT 构建 (Ground Truth Construction)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GT 条目数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平均术语/条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31.3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平均关系/条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20.6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总术语数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1220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总关系数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0" y="1371600"/>
          <a:ext cx="5760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Discipline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Conf.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electrocatalytic oxygen evolut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电催化氧析出反应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化学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lattice oxygen activation mech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晶格氧活化机制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化学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high-valent oxidation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高氧化态氧化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化学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metal 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金属离子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化学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Raman spectroscopy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拉曼光谱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化学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TMAOH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四甲基氢氧化铵溶液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化学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5720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Head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Tail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Conf.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金属离子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corresponds_to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高氧化态氧化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稳定性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corresponds_to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高氧化态氧化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稳定性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corresponds_to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金属离子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多路径电子转移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corresponds_to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高熵合金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10. P1-P5 评估框架 (Progressive Prompt Evaluation)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/>
                <a:gridCol w="1314450"/>
                <a:gridCol w="1314450"/>
                <a:gridCol w="1314450"/>
                <a:gridCol w="1314450"/>
                <a:gridCol w="1314450"/>
                <a:gridCol w="1314450"/>
                <a:gridCol w="131445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BERTScore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ROUGE-1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Novelty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Feasibility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Relevance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Cross-Disc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0.7061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0.0152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8.8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8.8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34.7s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29.8s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0.7384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0.1504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8.25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9.75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8.75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38.2s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58.7s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0.7064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8.6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P4 文本相似度最优 (BERTScore F1 = 0.7472)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P1 新颖性最高 (9.0)，P5 相关性最高 (10.0)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P5 生成最快，平均 6.2 条假设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信息充分度与新颖性负相关，与相关性/可行性正相关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11. 深度分析 (L1 vs L2 vs L3)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L1 (宏观)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L2 (中观)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L3 (微观)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6.40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Scientificity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7.83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Testability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7.75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Chain Coherence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Entity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L1: 学科间宏观联系，高创新性，少量概念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L2: 特定机制级关联，概念扩展 25%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L3: 细粒度实验级关联，概念扩展 62.5%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12. 数据集统计概览 (Dataset Summary)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4572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统计值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论文数量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GT 条目数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平均概念/篇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平均关系/篇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平均 GT 术语/条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31.3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平均 GT 关系/条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20.6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总术语数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1220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总关系数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804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处理 44 篇 Nature Communications 论文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构建 39 条 Evidence-Grounded GT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平均每篇抽取 0 个跨学科概念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平均每篇抽取 0 条学科间关系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P1-P5 渐进式评估框架多维度分析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三层次假设路径 (L1/L2/L3) 深度分析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12 种关系类型覆盖跨学科研究模式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